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meshing, restart, in-situ output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4911" y="2596896"/>
            <a:ext cx="1261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34256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34256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14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lumped mass: 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midpoint velocity update (variable Δt)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physics. The material cost is engineering — and it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Exodus/CSV in-situ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
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
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(crystal plasticity):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contact-compatible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ExplicitMixed-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quadrature weights JxW 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510528" y="2130552"/>
            <a:ext cx="731520" cy="457200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87968" y="181965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87968" y="3886200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implementation differs</a:t>
            </a:r>
          </a:p>
        </p:txBody>
      </p:sp>
      <p:pic>
        <p:nvPicPr>
          <p:cNvPr id="5" name="Picture 4" descr="fig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7040880" cy="3110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7467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2-D slug impact test problem — internal force field at the final step; impact face at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8" y="1801368"/>
            <a:ext cx="360547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19288" y="1911096"/>
            <a:ext cx="50292" cy="987552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9384"/>
            <a:ext cx="31482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30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478024"/>
            <a:ext cx="31482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difference in nodal forces,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relative to the peak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9288" y="3227832"/>
            <a:ext cx="360547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9288" y="3337560"/>
            <a:ext cx="50292" cy="987552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355848"/>
            <a:ext cx="31482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30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04488"/>
            <a:ext cx="31482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in displacements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4700016"/>
            <a:ext cx="36054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the difference panel needs a 10⁸ magnification to show anything at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doesn't.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reproduces MOOSE's native assembly to one part in 10</a:t>
            </a:r>
            <a:r>
              <a:rPr sz="1500" b="0" i="0" baseline="30000">
                <a:solidFill>
                  <a:srgbClr val="3A3F47"/>
                </a:solidFill>
                <a:latin typeface="Arial"/>
                <a:cs typeface="Arial"/>
              </a:rPr>
              <a:t>8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NEML2,  Δt = 10 ns, 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~12,000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45920"/>
            <a:ext cx="10424160" cy="20286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3720251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meridional cross-sections (azimuthally projected) — plastic strain localizes at the impact foot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985427"/>
            <a:ext cx="5394960" cy="20693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19088" y="4259747"/>
            <a:ext cx="5205679" cy="1886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