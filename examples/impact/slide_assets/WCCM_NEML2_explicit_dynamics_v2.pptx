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 — in any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 pairs: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differs. Each pair exodiffs against one shared gold.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8249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2821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2-D small strain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NEML2 J2 vs MOOSE native radial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04288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50008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small strain, thermal 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06040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force path vs conventional NEML2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304288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26080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97180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total-Lagrangian JC (PK1)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27832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large deformation on the reference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92608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7872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9359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JC  (F = FᵉFᵖ)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849624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finite-strain plasticity, identity-seeded Fᵖ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47872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9664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4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+ F-bar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batched volumetric stabilization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4169664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9145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83717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β = 0 thermal ≡ isothermal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in-model heating identity to 10⁻¹⁵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79145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1682496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16368" y="1810512"/>
            <a:ext cx="54864" cy="111556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08976" y="1828800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26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2578608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nodal-force difference (rel. to peak)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6368" y="3200400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16368" y="3328416"/>
            <a:ext cx="54864" cy="111556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6" y="3346704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26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4" y="4096512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relative displacement difference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088" y="4764024"/>
            <a:ext cx="4016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6,000× tighter</a:t>
            </a: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 than the regression tolerance — floating-point noise territory.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Six matched pairs, one rule: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batched force path reproduces conventional assembly to machine precision — small strain through finite-strain plasticity, Cartesian and axisymmetric.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 —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precision, previous slide)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—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—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— none, with node-wise contact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That call is exactly the work that moves to the GPU — everything around it is already negligible.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 — cross-dimensional consistency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rebound at 96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422 K in the localized foot, captured through the NEML2 force path.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44887.5" y="2560320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44887.5" y="3675888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 — multi-velocity shots are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