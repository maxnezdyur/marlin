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2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21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21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21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104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329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0.12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two recovered specimens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NEML2Def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Gradient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 = I + ∂u/∂X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P = model(F,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∇φ·P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the experiment  ·  Taylor impact simulation  ·  calibration against the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71600"/>
            <a:ext cx="7223760" cy="4063365"/>
          </a:xfrm>
          <a:prstGeom prst="roundRect">
            <a:avLst>
              <a:gd name="adj" fmla="val 55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00362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Arial"/>
                <a:cs typeface="Arial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40442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B6BABF"/>
                </a:solidFill>
                <a:latin typeface="Arial"/>
                <a:cs typeface="Arial"/>
              </a:rPr>
              <a:t>high-speed video 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08117"/>
            <a:ext cx="7223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impact and rebound of shot CuH04, high-speed 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7160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7888" y="146304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146304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Specimen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175564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OFHC copper slug, Ø 7.62 mm × 38.1 mm, H04 full-hard temper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41401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250545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50545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79806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235.9 m/s impact against a rigid anvil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345643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354787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54787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Recovered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4047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laser-scanned to a 46k-triangle surface mesh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449884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459028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459028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Role in this talk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488289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the scan is the calibration and validation target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simulated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21</a:t>
            </a:r>
          </a:p>
        </p:txBody>
      </p:sp>
      <p:pic>
        <p:nvPicPr>
          <p:cNvPr id="4" name="slug_impact_horizont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6928" y="1709928"/>
            <a:ext cx="5300319" cy="2981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perspective view</a:t>
            </a:r>
          </a:p>
        </p:txBody>
      </p:sp>
      <p:pic>
        <p:nvPicPr>
          <p:cNvPr id="6" name="slug_impact_sid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324447" y="1709928"/>
            <a:ext cx="5300319" cy="2981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70167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side profile, the high-speed camera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94277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Calibrated model, run to rebound at 96.9 µs. Color is effective plastic strain.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Two shots, 235.9 and 132.3 m/s, are fit jointly.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 per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and velocity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675888"/>
            <a:ext cx="4212640" cy="274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4944" y="422452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36008"/>
            <a:ext cx="4184142" cy="323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" y="52120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radius, per shot</a:t>
            </a:r>
          </a:p>
        </p:txBody>
      </p:sp>
      <p:pic>
        <p:nvPicPr>
          <p:cNvPr id="28" name="Picture 27" descr="fig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087" y="3447288"/>
            <a:ext cx="4297680" cy="26093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the first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jointly calibrated model at the first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77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32304"/>
            <a:ext cx="31025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final length 22.96 mm vs 22.41 ± 0.44 scanned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second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21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same parameter set, run at the second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132.3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predict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74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14016"/>
            <a:ext cx="3102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at a velocity 44% below the first shot, and a much lower strain range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3328416"/>
            <a:ext cx="3559759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3438144"/>
            <a:ext cx="50292" cy="124358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438144"/>
            <a:ext cx="31025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Why two velocities matter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785616"/>
            <a:ext cx="3102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One shot cannot separate rate sensitivity from strain hardening. The second velocity resolves the trade-off and pulls every parameter to the interior of its prior.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