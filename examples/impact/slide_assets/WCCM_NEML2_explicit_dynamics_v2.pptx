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: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: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solver;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20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form: every integral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20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configuration: the PK1 stress of the weak form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Each quantity lives on the right domain: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 on the relaxed intermediate configuration, P on the reference, matching the Ω</a:t>
            </a:r>
            <a:r>
              <a:rPr sz="1500" b="0" i="0" baseline="-25000">
                <a:solidFill>
                  <a:srgbClr val="3A3F47"/>
                </a:solidFill>
                <a:latin typeface="Arial"/>
                <a:cs typeface="Arial"/>
              </a:rPr>
              <a:t>0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integrals of the weak form. Elastic strain stays ~10⁻³, so the St. Venant–Kirchhoff law is safe under severe compression.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20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129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308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0.14  (H04 temper)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13064" y="2834640"/>
            <a:ext cx="2892247" cy="0"/>
          </a:xfrm>
          <a:prstGeom prst="line">
            <a:avLst/>
          </a:prstGeom>
          <a:ln w="9525">
            <a:solidFill>
              <a:srgbClr val="DADD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the recovered specimen (later in this talk)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solve;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physics; the material cost is the target.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Laboratory):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source):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assembly;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tag: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contribution;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(libTorch):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JxW;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COUPLING: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step;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WORK: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download;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computed;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across formulations  ·  reduced integration  ·  Taylor impact &amp; thermo-mechanics  ·  calibration against a scanned specimen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Reduced integration: one point per element, stabilized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44168"/>
            <a:ext cx="66751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Full integration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locks volumetrically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under large plastic flow; the batched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F-bar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correction fixes it (verified to machine precision)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The production choice instead: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one-point quadrature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, locking-free by construction and much cheaper per step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Underintegration admits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hourglass modes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→ stabilized by a batched Flanagan–Belytschko correction (QUAD4 + HEX8): remove the least-squares affine part of the element displacement, penalize the rest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Penalty scale  c = 0.05 · μ · V/h²  uses the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physical shear modulus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, the classic coefficient, not a tunable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99248" y="1207008"/>
            <a:ext cx="3925519" cy="1828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99248" y="1344168"/>
            <a:ext cx="54864" cy="155448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19288" y="1408176"/>
            <a:ext cx="33768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6509D"/>
                </a:solidFill>
                <a:latin typeface="Arial"/>
                <a:cs typeface="Arial"/>
              </a:rPr>
              <a:t>2.6×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7576" y="2395728"/>
            <a:ext cx="33311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faster per explicit step than full integration, same mesh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99248" y="3310128"/>
            <a:ext cx="3925519" cy="1874519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6992" y="3474720"/>
            <a:ext cx="3450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NOT A TUNING KNOB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3813048"/>
            <a:ext cx="341345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Final profiles insensitive to the hourglass penalty over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4× range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. The physics does not hide in the stabilization.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 production run in the rest of this talk uses reduced integration + batched hourglass control.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After the first step, the element loop is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Instrumented the FE element loop of the production RZ impact run: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64208"/>
            <a:ext cx="6035040" cy="1691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8105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VOLUME ELEMENTS VISITED PER RESIDUAL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67128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0:   </a:t>
            </a:r>
            <a:r>
              <a:rPr sz="1500" b="1" i="0">
                <a:solidFill>
                  <a:srgbClr val="06509D"/>
                </a:solidFill>
                <a:latin typeface="Consolas"/>
                <a:cs typeface="Consolas"/>
              </a:rPr>
              <a:t>640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(builds the device caches: φ, ∇φ, DOF maps, weights)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1: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n: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for the rest of the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84448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The integrator installs a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shrunken algebraic range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only elements adjacent to integrated BCs (none, with node-wise contact)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Contact runs on the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9 impact-face nodes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only (boundary-restricted nodal kernels)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59168" y="1207008"/>
            <a:ext cx="456559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389888"/>
            <a:ext cx="4090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MEASURED: ONE EXPLICIT STEP (53 ms, serial CPU)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1773936"/>
            <a:ext cx="457200" cy="173736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478024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batched NEML2 constitutive call</a:t>
            </a:r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   71%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33488" y="3639312"/>
            <a:ext cx="457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3817620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integrator, aux, output</a:t>
            </a:r>
            <a:r>
              <a:rPr sz="1100" b="1" i="0">
                <a:solidFill>
                  <a:srgbClr val="59595C"/>
                </a:solidFill>
                <a:latin typeface="Arial"/>
                <a:cs typeface="Arial"/>
              </a:rPr>
              <a:t>   27%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33488" y="4453128"/>
            <a:ext cx="457200" cy="256032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4416552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contact + residual loops</a:t>
            </a:r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   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4928616"/>
            <a:ext cx="4016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2,000-step production benchmark; geometry caches never rebuilt (0.000 s total)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Per-step cost ≈ one batched constitutive call.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Everything around it is negligible.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removed); plastic strain localizes at the impact foot; gray plane =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integrator;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3-D full-hard shortening matches the calibrated axisymmetric model (</a:t>
            </a: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39.5%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coupled: temperature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views; run to rebound at 96 µs;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run;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transfers; temperature state lives on the device like everything else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RZ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595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9595C"/>
                </a:solidFill>
                <a:latin typeface="Arial"/>
                <a:cs typeface="Arial"/>
              </a:rPr>
              <a:t>159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hand-tuned</a:t>
            </a:r>
          </a:p>
        </p:txBody>
      </p:sp>
      <p:sp>
        <p:nvSpPr>
          <p:cNvPr id="11" name="Freeform 10"/>
          <p:cNvSpPr/>
          <p:nvPr/>
        </p:nvSpPr>
        <p:spPr>
          <a:xfrm>
            <a:off x="9783768" y="2560320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sp>
        <p:nvSpPr>
          <p:cNvPr id="16" name="Freeform 15"/>
          <p:cNvSpPr/>
          <p:nvPr/>
        </p:nvSpPr>
        <p:spPr>
          <a:xfrm>
            <a:off x="9783768" y="3675888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5008" y="3986784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4078224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059936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4462272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96-run Sobol design on the production model → GP emulator → posterior.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data rejects anvil friction, and one shot cannot separate A–B–n–C; multi-velocity shots are next.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20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5087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1732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inside MOOSE explicit dynamics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739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batched, device-resident; state advances in place; one upload + one download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78024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8658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Verified to machine precision across formulations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743200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small strain → total-Lagrangian → multiplicative plasticity, Cartesian and axisymmetric, incl. F-bar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6976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44728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355848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Per-step cost is one batched constitutive 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71246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the element loop is provably empty after setup; reduced integration + knob-free hourglass control, 2.6×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06240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41655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B4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32511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End-to-end on a real experiment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68172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3-D and RZ Taylor impact with in-model adiabatic heating; Bayesian-calibrated to 69 µm profile RMS against a scanned specimen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66944"/>
            <a:ext cx="11057839" cy="73152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266944"/>
            <a:ext cx="1050919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6509D"/>
                </a:solidFill>
                <a:latin typeface="Arial"/>
                <a:cs typeface="Arial"/>
              </a:rPr>
              <a:t>Open source, in MOOSE today.   Next:  </a:t>
            </a:r>
            <a:r>
              <a:rPr sz="1450" b="0" i="0">
                <a:solidFill>
                  <a:srgbClr val="1E2430"/>
                </a:solidFill>
                <a:latin typeface="Arial"/>
                <a:cs typeface="Arial"/>
              </a:rPr>
              <a:t>GPU scaling studies  ·  multi-velocity calibration  ·  3-D reduced-integration production runs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