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2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21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21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21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129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308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0.14  (H04 temper)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the recovered specimen (later in this talk)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NEML2Def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Gradient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 = I + ∂u/∂X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P = model(F,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∇φ·P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the experiment  ·  Taylor impact simulation  ·  calibration against the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71600"/>
            <a:ext cx="7223760" cy="4063365"/>
          </a:xfrm>
          <a:prstGeom prst="roundRect">
            <a:avLst>
              <a:gd name="adj" fmla="val 55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00362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Arial"/>
                <a:cs typeface="Arial"/>
              </a:rPr>
              <a:t>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540442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B6BABF"/>
                </a:solidFill>
                <a:latin typeface="Arial"/>
                <a:cs typeface="Arial"/>
              </a:rPr>
              <a:t>high-speed video placeholder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508117"/>
            <a:ext cx="7223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impact and rebound of shot CuH04, high-speed camera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47888" y="137160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47888" y="146304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67344" y="146304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Specimen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175564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OFHC copper slug, Ø 7.62 mm × 38.1 mm, H04 full-hard temper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41401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47888" y="250545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7344" y="250545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279806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235.9 m/s impact against a rigid anvil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7888" y="345643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354787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54787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Recovered geometry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384047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laser-scanned to a 46k-triangle surface mesh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449884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459028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459028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Role in this talk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488289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the scan is the calibration and validation target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simulated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21</a:t>
            </a:r>
          </a:p>
        </p:txBody>
      </p:sp>
      <p:pic>
        <p:nvPicPr>
          <p:cNvPr id="4" name="slug_impact_horizonta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6928" y="1709928"/>
            <a:ext cx="5300319" cy="29814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perspective view</a:t>
            </a:r>
          </a:p>
        </p:txBody>
      </p:sp>
      <p:pic>
        <p:nvPicPr>
          <p:cNvPr id="6" name="slug_impact_sid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324447" y="1709928"/>
            <a:ext cx="5300319" cy="2981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70167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side profile, the high-speed camera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94277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Calibrated model, run to rebound at 96.9 µs. Color is effective plastic strain.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lognormal, ×/÷ 2 at 90% around literature values. n ∈ [0.1, 0.5], C ∈ [0.01, 0.05], ε₀ᵖ ∈ [0.1, 0.5] uniform. Discrepancy half-normal (0.15 mm).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simulation per point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675888"/>
            <a:ext cx="4212640" cy="274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4944" y="422452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636008"/>
            <a:ext cx="4184142" cy="3238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" y="521208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</a:t>
            </a:r>
          </a:p>
        </p:txBody>
      </p:sp>
      <p:pic>
        <p:nvPicPr>
          <p:cNvPr id="28" name="Picture 27" descr="fig_pri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087" y="3447288"/>
            <a:ext cx="4297680" cy="260930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20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sp>
        <p:nvSpPr>
          <p:cNvPr id="11" name="Freeform 10"/>
          <p:cNvSpPr/>
          <p:nvPr/>
        </p:nvSpPr>
        <p:spPr>
          <a:xfrm>
            <a:off x="9783768" y="2560320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Prediction at a second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21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A second specimen was shot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132.3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and scanned. The calibrated model was run at that velocity with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no refitting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5" name="Picture 4" descr="fig_predict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65376"/>
            <a:ext cx="50292" cy="115214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83664"/>
            <a:ext cx="31025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E8614"/>
                </a:solidFill>
                <a:latin typeface="Arial"/>
                <a:cs typeface="Arial"/>
              </a:rPr>
              <a:t>81 µm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14016"/>
            <a:ext cx="3102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blind, at a velocity 44% below the calibration shot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3328416"/>
            <a:ext cx="3559759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3438144"/>
            <a:ext cx="50292" cy="124358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3438144"/>
            <a:ext cx="31025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Joint two-shot 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785616"/>
            <a:ext cx="31025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Recalibrating against both scans lands each shot near 75 µm and resolves the hardening exponent away from its prior 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