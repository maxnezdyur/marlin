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GPU-resident material models for explicit dynamics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—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 —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that lets NEML2 assemble the nodal internal forces itself — batched, device-resident — while MOOSE keeps doing everything else it is good 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15</a:t>
            </a:r>
          </a:p>
        </p:txBody>
      </p:sp>
      <p:pic>
        <p:nvPicPr>
          <p:cNvPr id="4" name="Picture 3" descr="momentum_strong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574188" cy="277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</a:t>
            </a:r>
          </a:p>
        </p:txBody>
      </p:sp>
      <p:pic>
        <p:nvPicPr>
          <p:cNvPr id="6" name="Picture 5" descr="weak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445605" cy="3706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weak form: multiply by test function, integrate by parts</a:t>
            </a:r>
          </a:p>
        </p:txBody>
      </p:sp>
      <p:pic>
        <p:nvPicPr>
          <p:cNvPr id="8" name="Picture 7" descr="semi_discrete_moment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84424" cy="3300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405067" cy="3793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force: assembled from quadrature-point stress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Everything above is standard.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physics of the material lives in one place —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σ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each quadrature point. That is where NEML2 will plug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 —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 —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WHY “MIXED ORDER”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Second-order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(displacement): central difference, as at left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(e.g. temperature): forward Euler on the rate — same update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One integrator advances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coupled thermo-mechanical system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explicitly — the multiphysics lever used later in this talk.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today, available to every MOOSE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step: no solve —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physics; the material cost is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 —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 —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 — parallel and production-tested.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 —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53512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23944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94376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sophisticated material models the way accelerators want them evaluated.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What it lacks — mesh, BCs, assembly — is exactly what MOOSE 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 —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 — not just stress —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 — MOOSE BCs, outputs, MPI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 — 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9483.7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22111.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4739.2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02536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567367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75588.0" y="3273552"/>
            <a:ext cx="0.0" cy="1316736"/>
          </a:xfrm>
          <a:prstGeom prst="line">
            <a:avLst/>
          </a:prstGeom>
          <a:ln w="19050">
            <a:solidFill>
              <a:srgbClr val="06509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 —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—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47288" y="2130552"/>
            <a:ext cx="105156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84848" y="2130552"/>
            <a:ext cx="45720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 —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—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72968" y="4197096"/>
            <a:ext cx="9601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76288" y="4197096"/>
            <a:ext cx="5029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 —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richer the model, the more this matters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state stays where it is computed; traffic does not grow with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—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against MOOSE’s native J2 update  ·  3-D Taylor anvil impact  ·  coupled thermo-mechanics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interface adds no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Matched-constitutive comparison: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the same J2 model through both force paths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same mesh, same steps; only the assembly differs</a:t>
            </a:r>
          </a:p>
        </p:txBody>
      </p:sp>
      <p:pic>
        <p:nvPicPr>
          <p:cNvPr id="5" name="Picture 4" descr="fig_ver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92808"/>
            <a:ext cx="6949440" cy="2655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68577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measured on the 2-D slug impact test problem, final step, over every node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7848" y="2029968"/>
            <a:ext cx="3696919" cy="12070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27848" y="2139696"/>
            <a:ext cx="50292" cy="987552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2157984"/>
            <a:ext cx="32397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6509D"/>
                </a:solidFill>
                <a:latin typeface="Arial"/>
                <a:cs typeface="Arial"/>
              </a:rPr>
              <a:t>≤ 3 × 10</a:t>
            </a:r>
            <a:r>
              <a:rPr sz="3000" b="1" i="0" baseline="30000">
                <a:solidFill>
                  <a:srgbClr val="06509D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706624"/>
            <a:ext cx="323971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difference in nodal forces,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relative to the peak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7848" y="3456432"/>
            <a:ext cx="3696919" cy="12070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7848" y="3566160"/>
            <a:ext cx="50292" cy="987552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3584448"/>
            <a:ext cx="32397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5E8614"/>
                </a:solidFill>
                <a:latin typeface="Arial"/>
                <a:cs typeface="Arial"/>
              </a:rPr>
              <a:t>≤ 8 × 10</a:t>
            </a:r>
            <a:r>
              <a:rPr sz="3000" b="1" i="0" baseline="30000">
                <a:solidFill>
                  <a:srgbClr val="5E8614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4133088"/>
            <a:ext cx="323971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max relative difference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in displacements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7848" y="4928616"/>
            <a:ext cx="36969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both differences sit at the floating-point noise floor of an explicit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Any error in the interface would appear here — it doesn’t.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NEML2 force path matches MOOSE’s native assembly to a few parts in 10</a:t>
            </a:r>
            <a:r>
              <a:rPr sz="1500" b="0" i="0" baseline="30000">
                <a:solidFill>
                  <a:srgbClr val="3A3F47"/>
                </a:solidFill>
                <a:latin typeface="Arial"/>
                <a:cs typeface="Arial"/>
              </a:rPr>
              <a:t>8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Johnson–Cook plasticity in NEML2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11,000+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4365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4091593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 — plastic strain localizes at the impact foot; gray plane =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356769"/>
            <a:ext cx="3931920" cy="15222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585369"/>
            <a:ext cx="6668719" cy="1339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 — the copper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changing only NEML2 material parameters</a:t>
            </a:r>
          </a:p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51%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58%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 — temper sensitivity captured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 — temperature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20722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709037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 — run to 114 µs,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11373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4111373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114 µs run —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4111373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 — temperature state lives on the device like everything else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abstract’s thermo-mechanical claim, delivered: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peak ΔT of 119 K at the mushroom foot, captured through the NEML2 force path.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