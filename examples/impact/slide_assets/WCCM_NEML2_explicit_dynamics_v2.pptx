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19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84848" y="2130552"/>
            <a:ext cx="45720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across formulations  ·  reduced integration  ·  Taylor impact &amp; thermo-mechanics  ·  calibration against a scanned specimen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 — in any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 pairs: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differs. Each pair exodiffs against one shared gold.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82496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2821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2-D small strain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NEML2 J2 vs MOOSE native radial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3328" y="1682496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04288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50008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small strain, thermal 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606040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force path vs conventional NEML2 coupling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304288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26080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971800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total-Lagrangian JC (PK1)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227832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large deformation on the reference mesh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2926080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47872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93592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multiplicative JC  (F = FᵉFᵖ)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849624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finite-strain plasticity, identity-seeded Fᵖ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547872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69664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215384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multiplicative + F-bar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7141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batched volumetric stabilization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4169664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91456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83717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β = 0 thermal ≡ isothermal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09320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in-model heating identity to 10⁻¹⁵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791456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16368" y="1682496"/>
            <a:ext cx="410839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16368" y="1810512"/>
            <a:ext cx="54864" cy="111556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08976" y="1828800"/>
            <a:ext cx="3651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26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2578608"/>
            <a:ext cx="3605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max nodal-force difference (rel. to peak)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16368" y="3200400"/>
            <a:ext cx="410839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16368" y="3328416"/>
            <a:ext cx="54864" cy="111556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6" y="3346704"/>
            <a:ext cx="3651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26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7264" y="4096512"/>
            <a:ext cx="3605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max relative displacement difference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62088" y="4764024"/>
            <a:ext cx="4016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6,000× tighter</a:t>
            </a: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 than the regression tolerance — floating-point noise territory.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Six matched pairs, one rule: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batched force path reproduces conventional assembly to machine precision — small strain through finite-strain plasticity, Cartesian and axisymmetric.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Reduced integration: one point per element, stabilized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44168"/>
            <a:ext cx="66751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Full integration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locks volumetrically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under large plastic flow — the batched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F-bar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correction fixes it (verified to machine precision, previous slide)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The production choice instead: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one-point quadrature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locking-free by construction and much cheaper per step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Underintegration admits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hourglass modes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→ stabilized by a batched Flanagan–Belytschko correction (QUAD4 + HEX8): remove the least-squares affine part of the element displacement, penalize the rest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Penalty scale  c = 0.05 · μ · V/h²  uses the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physical shear modulus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the classic coefficient, not a tunable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99248" y="1207008"/>
            <a:ext cx="39255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99248" y="1344168"/>
            <a:ext cx="54864" cy="155448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19288" y="1408176"/>
            <a:ext cx="33768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6509D"/>
                </a:solidFill>
                <a:latin typeface="Arial"/>
                <a:cs typeface="Arial"/>
              </a:rPr>
              <a:t>2.6×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7576" y="2395728"/>
            <a:ext cx="3331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faster per explicit step than full integration, same 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9248" y="3310128"/>
            <a:ext cx="3925519" cy="1874519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6992" y="3474720"/>
            <a:ext cx="3450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NOT A TUNING KNOB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813048"/>
            <a:ext cx="34134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Final profiles insensitive to the hourglass penalty over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4× range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— the physics does not hide in the stabilization.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 production run in the rest of this talk uses reduced integration + batched hourglass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After the first step, the element loop is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Instrumented the FE element loop of the production RZ impact run: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6035040" cy="1691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10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VOLUME ELEMENTS VISITED PER RESIDUAL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67128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0:   </a:t>
            </a:r>
            <a:r>
              <a:rPr sz="1500" b="1" i="0">
                <a:solidFill>
                  <a:srgbClr val="06509D"/>
                </a:solidFill>
                <a:latin typeface="Consolas"/>
                <a:cs typeface="Consolas"/>
              </a:rPr>
              <a:t>640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(builds the device caches: φ, ∇φ, DOF maps, weights)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1: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n: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— for the rest of the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84448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The integrator installs a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shrunken algebraic range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only elements adjacent to integrated BCs — none, with node-wise contact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Contact runs on the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9 impact-face nodes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only (boundary-restricted nodal kernels)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9168" y="1207008"/>
            <a:ext cx="456559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389888"/>
            <a:ext cx="4090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MEASURED: ONE EXPLICIT STEP (53 ms, serial CPU)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73936"/>
            <a:ext cx="457200" cy="173736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478024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batched NEML2 constitutive call</a:t>
            </a:r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   71%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33488" y="3639312"/>
            <a:ext cx="457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817620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integrator, aux, output</a:t>
            </a:r>
            <a:r>
              <a:rPr sz="1100" b="1" i="0">
                <a:solidFill>
                  <a:srgbClr val="59595C"/>
                </a:solidFill>
                <a:latin typeface="Arial"/>
                <a:cs typeface="Arial"/>
              </a:rPr>
              <a:t>   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4453128"/>
            <a:ext cx="457200" cy="256032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16552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contact + residual loops</a:t>
            </a:r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   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4928616"/>
            <a:ext cx="4016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2,000-step production benchmark; geometry caches never rebuilt (0.000 s 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Per-step cost ≈ one batched constitutive call.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That call is exactly the work that moves to the GPU — everything around it is already negligible.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11,000+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4365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4091593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356769"/>
            <a:ext cx="3931920" cy="15222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585369"/>
            <a:ext cx="6668719" cy="1339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copper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2072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709037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114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11373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4111373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114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4111373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abstract’s thermo-mechanical claim, delivered: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peak ΔT of 119 K at the mushroom foot, captured through the NEML2 force path.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1591056"/>
            <a:ext cx="7863840" cy="2703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64208" y="4294251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9595C"/>
                </a:solidFill>
                <a:latin typeface="Arial"/>
                <a:cs typeface="Arial"/>
              </a:rPr>
              <a:t>scan silhouette vs simulated final profiles (left); residuals vs scan noise band (right) — RZ production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550283"/>
            <a:ext cx="3015386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605147"/>
            <a:ext cx="26496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59595C"/>
                </a:solidFill>
                <a:latin typeface="Arial"/>
                <a:cs typeface="Arial"/>
              </a:rPr>
              <a:t>159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980051"/>
            <a:ext cx="264962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hand-tuned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92042.3333333335" y="4906899"/>
            <a:ext cx="786384.0000000005" cy="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88154" y="4550283"/>
            <a:ext cx="3015386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1034" y="4605147"/>
            <a:ext cx="26496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1034" y="4980051"/>
            <a:ext cx="264962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13268.666666668" y="4906899"/>
            <a:ext cx="786384.0" cy="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09380" y="4550283"/>
            <a:ext cx="3015386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92260" y="4605147"/>
            <a:ext cx="26496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2260" y="4980051"/>
            <a:ext cx="264962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96-run Sobol design on the production model → GP emulator → posterior.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data rejects anvil friction, and one shot cannot separate A–B–n–C — multi-velocity shots are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5087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1732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inside MOOSE explicit dynamics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739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batched, device-resident; state advances in place; one upload + one download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7802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8658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Verified to machine precision across formulations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4320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small strain → total-Lagrangian → multiplicative plasticity, Cartesian and axisymmetric, incl. F-bar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6976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44728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558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Per-step cost is one batched constitutive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71246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the element loop is provably empty after setup; reduced integration + knob-free hourglass control, 2.6×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06240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41655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B4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32511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End-to-end on a real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68172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3-D and RZ Taylor impact with in-model adiabatic heating; Bayesian-calibrated to 69 µm profile RMS against a scanned specimen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57839" cy="73152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266944"/>
            <a:ext cx="1050919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6509D"/>
                </a:solidFill>
                <a:latin typeface="Arial"/>
                <a:cs typeface="Arial"/>
              </a:rPr>
              <a:t>Open source, in MOOSE today.   Next:  </a:t>
            </a:r>
            <a:r>
              <a:rPr sz="1450" b="0" i="0">
                <a:solidFill>
                  <a:srgbClr val="1E2430"/>
                </a:solidFill>
                <a:latin typeface="Arial"/>
                <a:cs typeface="Arial"/>
              </a:rPr>
              <a:t>GPU scaling studies  ·  multi-velocity calibration  ·  3-D reduced-integration production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