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18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18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18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129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308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0.14  (H04 temper)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the recovered specimen (later in this talk)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Taylor impact and coupled thermo-mechanics  ·  calibration against a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lognormal, ×/÷ 2 at 90% around literature values. n ∈ [0.1, 0.5], C ∈ [0.01, 0.05], ε₀ᵖ ∈ [0.1, 0.5] uniform. Discrepancy half-normal (0.15 mm).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simulation per point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21608"/>
            <a:ext cx="4584344" cy="2988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16368" y="3758184"/>
            <a:ext cx="41083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590288"/>
            <a:ext cx="4553331" cy="3524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8" y="4626864"/>
            <a:ext cx="41083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sp>
        <p:nvSpPr>
          <p:cNvPr id="11" name="Freeform 10"/>
          <p:cNvSpPr/>
          <p:nvPr/>
        </p:nvSpPr>
        <p:spPr>
          <a:xfrm>
            <a:off x="9783768" y="2560320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