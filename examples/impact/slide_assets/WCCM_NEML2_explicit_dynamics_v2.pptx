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043104"/>
            <a:ext cx="12192000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043104"/>
            <a:ext cx="3726231" cy="2926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15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Matched-constitutive comparison: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J2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</a:t>
            </a:r>
          </a:p>
        </p:txBody>
      </p:sp>
      <p:pic>
        <p:nvPicPr>
          <p:cNvPr id="5" name="Picture 4" descr="fig_ve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64208"/>
            <a:ext cx="6949440" cy="27512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488629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2-D slug impact test problem — internal force field at the final step; impact face at left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7848" y="1801368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7848" y="1911096"/>
            <a:ext cx="50292" cy="987552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929384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30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478024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difference in nodal forces,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relative to the peak force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27848" y="3227832"/>
            <a:ext cx="3696919" cy="12070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7848" y="3337560"/>
            <a:ext cx="50292" cy="987552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3355848"/>
            <a:ext cx="323971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30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3904488"/>
            <a:ext cx="3239719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max relative difference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in displacements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7848" y="4700016"/>
            <a:ext cx="369691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the difference panel needs a 10⁸ magnification to show anything at 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Any error in the interface would appear here — it doesn’t.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NEML2 force path matches MOOSE’s native assembly to a few parts in 10</a:t>
            </a:r>
            <a:r>
              <a:rPr sz="1500" b="0" i="0" baseline="30000">
                <a:solidFill>
                  <a:srgbClr val="3A3F47"/>
                </a:solidFill>
                <a:latin typeface="Arial"/>
                <a:cs typeface="Arial"/>
              </a:rPr>
              <a:t>8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266944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