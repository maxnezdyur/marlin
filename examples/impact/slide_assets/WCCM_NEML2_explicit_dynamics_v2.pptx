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meshing, restart, in-situ output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4911" y="2596896"/>
            <a:ext cx="1261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34256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34256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12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lumped mass: 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midpoint velocity update (variable Δt)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physics. The material cost is engineering — and it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Exodus/CSV in-situ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
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
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(crystal plasticity):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contact-compatible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ExplicitMixed-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quadrature weights JxW 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510528" y="2130552"/>
            <a:ext cx="731520" cy="457200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87968" y="181965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87968" y="3886200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