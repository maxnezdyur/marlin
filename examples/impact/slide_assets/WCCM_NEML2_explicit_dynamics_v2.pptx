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18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18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18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13064" y="2834640"/>
            <a:ext cx="2892247" cy="0"/>
          </a:xfrm>
          <a:prstGeom prst="line">
            <a:avLst/>
          </a:prstGeom>
          <a:ln w="9525">
            <a:solidFill>
              <a:srgbClr val="DADD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Taylor impact and coupled thermo-mechanics  ·  calibration against a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lognormal. n, C, ε₀ᵖ uniform. discrepancy scale half-normal.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21608"/>
            <a:ext cx="4584344" cy="2988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16368" y="3758184"/>
            <a:ext cx="41083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90288"/>
            <a:ext cx="4553331" cy="3524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8" y="4626864"/>
            <a:ext cx="41083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