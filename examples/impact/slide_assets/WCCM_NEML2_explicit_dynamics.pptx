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SPINE = method/architecture-first: the NEML2–MOOSE explicit coupling is the contribution; the Taylor slug is the proof; verification vs MOOSE J2 is the credibility check. ~15 slides / 20 min. Audience: general comp-mech, MOOSE/NEML2-naive.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 = capability-gap-first (chosen). Add ONE sentence of broader stakes (why a non-MOOSE attendee should care) so it doesn't under-motivate. Reactors are the high-consequence application, not the whole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Audience is MOOSE-naive — keep to ~1 min. Just enough that 'we extended MOOSE' lands.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'GPU-capable, batched, AD' points set up the whole method. Device-independence is real in code (torch::Device plumbing).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frames the contribution: in explicit dynamics the per-element constitutive evaluation dominates, so GPU-resident batched evaluation is the lever.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ATTRIBUTION (verified): ExplicitMixedOrder authored by us (2025-04, now upstreamed); NEML2 force path by the team (2025-06). BOTH built for this project. Name it 'ExplicitMixedOrder', NOT 'central difference' — the generic CentralDifference predates us and a MOOSE-literate questioner knows it. This is a MOOSE+NEML2 talk; do NOT introduce Marlin (it's just the dev sandbox).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figure framing = weak-form equation-first (chosen). The gold box is the punchline: R_int assembly is ONE batched NEML2 tensor 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actual novelty: NEML2StressDivergence::forward() builds base_sum(dphi*stress)+inertia in libTorch under torch::InferenceMode and add_vector()'s straight into the PETSc residual. Code: moose/modules/solid_mechanics/src/neml2/NEML2StressDivergence.C:57-88.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manage_state_advance=true keeps (Ep, ep) resident in NEML2. This is the efficiency lever and the cleanest part of the 'why fast' argument. Keep the precise object graph as a backup slide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⚠ ACTION ITEM (heaviest open): every impact run is compute_devices='cpu' today — no GPU run, no timing exists. Perf framing chosen = roofline/throughput (not a single speedup bar). Must measure before the talk. If data doesn't materialize, fall back to a qualitative architecture argument and label perf as in-progress.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CONTACT (decision): forward 'compatible with MOOSE contact' claim only — NOT demonstrated. The anvil is a penalty FunctionNeumannBC, CONTACT module is off. Backup answer for 'show me': the NEML2 force path plugs into MOOSE's contact system unchanged; contact demo is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WORDING FIX (decision): say 'verified against MOOSE's native J2 stress update' — NOT 'vs implicit'. The committed comparison is explicit-vs-explicit. Figure generated from test/tests/impact gold vs NEML2 output. The 3D companion (verification.png) mixes J2-vs-JC models, so label it as model-to-model, peak L2 ~3.6%.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visual (decision) = static field snapshots. Validation vs experimental STL scans is INTENTIONALLY OUT (sim under-predicts mushroom flare ~36%; would be a liability). Present as a capability demo, not a validation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⚠ ACTION ITEM: generate the coupled run (draft input + scoping doc are in slide_assets/). One runtime risk: initialize old_state/T to 300 K. Slide WORDING: 'adiabatic temperature rise from plastic work (Taylor-Quinney)'. Don't oversell — ~40 K is real but secondary at this velocity.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the two pillars + the efficiency lever. Future-work bullets absorb the items cut from this talk (UQ/Bayesian, validation, contact) so the abstract's full scope is acknowledged as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B2A4A"/>
                </a:solidFill>
              </a:rPr>
              <a:t>GPU-resident material evaluation for explicit dynamics:</a:t>
            </a:r>
          </a:p>
          <a:p>
            <a:r>
              <a:rPr sz="3400" b="1">
                <a:solidFill>
                  <a:srgbClr val="1F77B4"/>
                </a:solidFill>
              </a:rPr>
              <a:t>a NEML2–MOOSE nodal-force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55555"/>
                </a:solidFill>
              </a:rPr>
              <a:t>Authors — affiliation (INL / …)</a:t>
            </a:r>
          </a:p>
          <a:p>
            <a:r>
              <a:rPr sz="1600">
                <a:solidFill>
                  <a:srgbClr val="555555"/>
                </a:solidFill>
              </a:rPr>
              <a:t>WCCM 2026  ·  [session]  · 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The capability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01168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02020"/>
                </a:solidFill>
              </a:rPr>
              <a:t>• MOOSE: mature implicit multiphysics — boundary conditions, contact, parallel domain decomposition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02020"/>
                </a:solidFill>
              </a:rPr>
              <a:t>• Missing: GPU-accelerated explicit dynamics driven by modern (auto-differentiated, tensor) constitutive models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02020"/>
                </a:solidFill>
              </a:rPr>
              <a:t>• High-rate events (impact, blast; advanced-reactor safety analysis) are bottlenecked by per-point material evaluation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02020"/>
                </a:solidFill>
              </a:rPr>
              <a:t>• This talk: how we closed that gap — and kept MOOSE's infrastructure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MOOSE — multiphysics finite-element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01168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02020"/>
                </a:solidFill>
              </a:rPr>
              <a:t>• Open-source FE framework for coupled multiphysics (INL)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02020"/>
                </a:solidFill>
              </a:rPr>
              <a:t>• Robust infrastructure: boundary conditions, contact, parallel domain decomposition, adaptivity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02020"/>
                </a:solidFill>
              </a:rPr>
              <a:t>• Strong implicit-solver heritage (Newton + PETSc)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02020"/>
                </a:solidFill>
              </a:rPr>
              <a:t>• Extensible: physics added as modular C++ objects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NEML2 — tensor constitutive-model library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01168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02020"/>
                </a:solidFill>
              </a:rPr>
              <a:t>• Constitutive models composed from small reusable operators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02020"/>
                </a:solidFill>
              </a:rPr>
              <a:t>• Automatic differentiation → exact consistent Jacobians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02020"/>
                </a:solidFill>
              </a:rPr>
              <a:t>• libTorch (PyTorch C++) backend → device-independent: CPU / CUDA / MPS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02020"/>
                </a:solidFill>
              </a:rPr>
              <a:t>• Batched evaluation: all material points as one tensor operation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Why explicit dynamics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01168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02020"/>
                </a:solidFill>
              </a:rPr>
              <a:t>• High-rate regime: impact, wave propagation, short timescales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02020"/>
                </a:solidFill>
              </a:rPr>
              <a:t>• No global linear/nonlinear solve — march node-by-node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02020"/>
                </a:solidFill>
              </a:rPr>
              <a:t>• Conditionally stable: timestep bounded by CFL (Δt ≤ Δt_crit)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02020"/>
                </a:solidFill>
              </a:rPr>
              <a:t>• Lumped (diagonal) mass → trivial M⁻¹; cost shifts to the constitutive update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02020"/>
                </a:solidFill>
              </a:rPr>
              <a:t>• ⇒ making the material model fast/cheap is the whole game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Contribution — two pillars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01168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77B4"/>
                </a:solidFill>
              </a:rPr>
              <a:t>• ExplicitMixedOrder: a mixed-order explicit time integrator (our work, MOOSE solid_mechanics)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77B4"/>
                </a:solidFill>
              </a:rPr>
              <a:t>• NEML2 nodal-force path: internal forces assembled inside NEML2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202020"/>
                </a:solidFill>
              </a:rPr>
              <a:t>– NEML2StressDivergence + NEML2 userobjects (interpolation / assembly)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202020"/>
                </a:solidFill>
              </a:rPr>
              <a:t>– constitutive state kept resident in NEML2 between steps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A02C"/>
                </a:solidFill>
              </a:rPr>
              <a:t>• Built on MOOSE's existing BC / contact / parallel-DD infrastructure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Formulation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01168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thod_for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421" y="1417320"/>
            <a:ext cx="97368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Nodal forces assembled inside NEML2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01168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thod_force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21" y="1417320"/>
            <a:ext cx="10526653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No per-step state transfer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01168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thod_state_resid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421" y="1417320"/>
            <a:ext cx="97368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Performance: material-evaluation throughput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01168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02020"/>
                </a:solidFill>
              </a:rPr>
              <a:t>• Frame around throughput: material-point evaluations / second on the device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02020"/>
                </a:solidFill>
              </a:rPr>
              <a:t>• Where does the bottleneck move once material eval is GPU-resident?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02020"/>
                </a:solidFill>
              </a:rPr>
              <a:t>• Roofline view: batched constitutive kernel vs memory traffic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108960"/>
            <a:ext cx="8531352" cy="2377440"/>
          </a:xfrm>
          <a:prstGeom prst="roundRect">
            <a:avLst/>
          </a:prstGeom>
          <a:solidFill>
            <a:srgbClr val="FFF4E6"/>
          </a:solidFill>
          <a:ln w="25400">
            <a:solidFill>
              <a:srgbClr val="B977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B9770E"/>
                </a:solidFill>
              </a:rPr>
              <a:t>[ insert throughput / roofline plot ]
⚠  NEEDS a real GPU run + elements/s instrumentation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3D Taylor anvil impact —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01168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02020"/>
                </a:solidFill>
              </a:rPr>
              <a:t>• OFHC copper slug: Ø 0.3 in × 1.5 in, flat-on impact at 235.9 m/s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02020"/>
                </a:solidFill>
              </a:rPr>
              <a:t>• ExplicitMixedOrder integrator + NEML2 Johnson-Cook (inverted form), Δt = 10 ns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02020"/>
                </a:solidFill>
              </a:rPr>
              <a:t>• JC params: A=99.7 MPa, B=262.8 MPa, n=0.23, C=0.029, m=0.98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02020"/>
                </a:solidFill>
              </a:rPr>
              <a:t>• Rigid wall: penalty Neumann BC (architecture compatible with MOOSE contact — future)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Verification vs MOOSE native J2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01168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erification_2d_match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844" y="1371600"/>
            <a:ext cx="8828006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4864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02020"/>
                </a:solidFill>
              </a:rPr>
              <a:t>• Matched constitutive (NEML2 vs MOOSE radial-return J2) — isolates the force-assembly implementation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02020"/>
                </a:solidFill>
              </a:rPr>
              <a:t>• Forces agree to 3.8×10⁻⁴; displacement to 3×10⁻⁸. 3D dynamic-history companion also available.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3D Taylor impact —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01168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mo_mushroom_ps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1463040"/>
            <a:ext cx="6766560" cy="1996952"/>
          </a:xfrm>
          <a:prstGeom prst="rect">
            <a:avLst/>
          </a:prstGeom>
        </p:spPr>
      </p:pic>
      <p:pic>
        <p:nvPicPr>
          <p:cNvPr id="5" name="Picture 4" descr="demo_mushroom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0"/>
            <a:ext cx="4937760" cy="17804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937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02020"/>
                </a:solidFill>
              </a:rPr>
              <a:t>• Plastic strain localizes at the impact foot (peak ≈ 0.44) as the mushroom forms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02020"/>
                </a:solidFill>
              </a:rPr>
              <a:t>• Deformed profile: full-hard 51% vs annealed 58% axial shortening (temper sensitivity captured)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Coupled thermomechanical: temperature from plastic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01168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02020"/>
                </a:solidFill>
              </a:rPr>
              <a:t>• Adiabatic Taylor-Quinney heating: ρc_p Ṫ = β σ_vm ε̇_p  (β ≈ 0.9)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02020"/>
                </a:solidFill>
              </a:rPr>
              <a:t>• Integrated inside NEML2 — no heat-conduction PDE, no extra module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02020"/>
                </a:solidFill>
              </a:rPr>
              <a:t>• Justified: diffusion length √(αt) ≈ 0.11 mm ≪ element size (~2 mm) over 120 µs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02020"/>
                </a:solidFill>
              </a:rPr>
              <a:t>• Expected peak ΔT ≈ 40–50 K at the mushroom (≈3–4% flow-stress softening)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931920"/>
            <a:ext cx="8531352" cy="2011680"/>
          </a:xfrm>
          <a:prstGeom prst="roundRect">
            <a:avLst/>
          </a:prstGeom>
          <a:solidFill>
            <a:srgbClr val="FFF4E6"/>
          </a:solidFill>
          <a:ln w="25400">
            <a:solidFill>
              <a:srgbClr val="B977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B9770E"/>
                </a:solidFill>
              </a:rPr>
              <a:t>[ insert temperature-field snapshot ]
⚠  NEEDS the coupled run — see johnson_cook_neml2_thermal.i + THERMOMECHANICAL_SCOPING.md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Conclusions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01168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77B4"/>
                </a:solidFill>
              </a:rPr>
              <a:t>• Contribution: ExplicitMixedOrder integrator + NEML2 nodal-force path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02020"/>
                </a:solidFill>
              </a:rPr>
              <a:t>• GPU-resident, batched material evaluation; constitutive state stays in NEML2 (no per-step transfer)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02020"/>
                </a:solidFill>
              </a:rPr>
              <a:t>• Verified against MOOSE native J2 (forces to 1e-4); 3D Taylor impact demonstrated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A02C"/>
                </a:solidFill>
              </a:rPr>
              <a:t>• Future work: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202020"/>
                </a:solidFill>
              </a:rPr>
              <a:t>– GPU throughput at scale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202020"/>
                </a:solidFill>
              </a:rPr>
              <a:t>– integration with MOOSE contact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202020"/>
                </a:solidFill>
              </a:rPr>
              <a:t>– Bayesian calibration / UQ of constitutive parameters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202020"/>
                </a:solidFill>
              </a:rPr>
              <a:t>– experimental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